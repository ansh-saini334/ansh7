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3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59" d="100"/>
          <a:sy n="59" d="100"/>
        </p:scale>
        <p:origin x="11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90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92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71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2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671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29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204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221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334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708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804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135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813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50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330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1384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350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24638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258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2437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83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4265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8692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489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458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137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15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230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8A9F7A34-A591-446C-B605-480E6A8C6740}" type="datetimeFigureOut">
              <a:rPr lang="en-US" smtClean="0"/>
              <a:t>03-Sep-26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26380C6B-659D-4813-B939-3B611CEDDCE4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931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  <p:sldLayoutId id="2147483811" r:id="rId18"/>
    <p:sldLayoutId id="2147483812" r:id="rId19"/>
    <p:sldLayoutId id="2147483813" r:id="rId20"/>
    <p:sldLayoutId id="2147483814" r:id="rId21"/>
    <p:sldLayoutId id="2147483815" r:id="rId22"/>
    <p:sldLayoutId id="2147483816" r:id="rId23"/>
    <p:sldLayoutId id="2147483817" r:id="rId24"/>
    <p:sldLayoutId id="2147483818" r:id="rId25"/>
    <p:sldLayoutId id="2147483819" r:id="rId26"/>
    <p:sldLayoutId id="2147483820" r:id="rId27"/>
    <p:sldLayoutId id="2147483821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hyperlink" Target="https://freepngimg.com/png/51742-laserjet-printer-free-png-hq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1.png"/><Relationship Id="rId5" Type="http://schemas.openxmlformats.org/officeDocument/2006/relationships/hyperlink" Target="https://freepngimg.com/png/62300-vintage-computing-personal-of-museum-computer-internet" TargetMode="Externa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82B628-CAF5-2643-CA97-D44A71D3BD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14400" y="888421"/>
            <a:ext cx="4229100" cy="37162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66A48C-BCDE-C4F2-4B83-B0CE7DAFD8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841672" y="408214"/>
            <a:ext cx="4735286" cy="46197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83C629F-AD82-1C21-EB8F-A42D8E42CC2F}"/>
              </a:ext>
            </a:extLst>
          </p:cNvPr>
          <p:cNvSpPr txBox="1"/>
          <p:nvPr/>
        </p:nvSpPr>
        <p:spPr>
          <a:xfrm>
            <a:off x="947057" y="4704795"/>
            <a:ext cx="4523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Computer receives data through input devices like a keyboard and mouse.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9A292C-3420-026E-5BF1-AA3C79107493}"/>
              </a:ext>
            </a:extLst>
          </p:cNvPr>
          <p:cNvSpPr txBox="1"/>
          <p:nvPr/>
        </p:nvSpPr>
        <p:spPr>
          <a:xfrm>
            <a:off x="7168243" y="4704795"/>
            <a:ext cx="43434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Printer converts digital documents and images from a computer or phone into physical paper copies.</a:t>
            </a:r>
          </a:p>
        </p:txBody>
      </p:sp>
    </p:spTree>
    <p:extLst>
      <p:ext uri="{BB962C8B-B14F-4D97-AF65-F5344CB8AC3E}">
        <p14:creationId xmlns:p14="http://schemas.microsoft.com/office/powerpoint/2010/main" val="1082737449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15</TotalTime>
  <Words>28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Felix Titling</vt:lpstr>
      <vt:lpstr>Goudy Old Style</vt:lpstr>
      <vt:lpstr>Archway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 Saini</dc:creator>
  <cp:lastModifiedBy>Ansh Saini</cp:lastModifiedBy>
  <cp:revision>2</cp:revision>
  <dcterms:created xsi:type="dcterms:W3CDTF">2026-09-03T15:56:59Z</dcterms:created>
  <dcterms:modified xsi:type="dcterms:W3CDTF">2026-09-03T16:12:22Z</dcterms:modified>
</cp:coreProperties>
</file>